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B6BB8D-5346-048D-0FBE-60FBA6E4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80F3FD8-FB8B-5C45-FAB8-E7D0B56779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E320F0-199F-A682-24CC-B25F2339A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C89126-CD1E-ED9D-C719-7B03F314E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2232974-929C-BBFD-1217-22B54DEFD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30538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2F3DA6B-23D9-FFA9-AA56-6794CCE75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39DBD02-933D-57DF-7264-1DFFCBD8BE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D8D5CE-5CD2-4988-72D0-777CB861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B7B740C-FA04-3925-543E-7496102CA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2F5307D-02B8-9902-D636-BCDBD7E89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8646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6AB87F-4D2F-8DC6-48B6-916994911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D845AFC-5448-667C-B27B-47A4DCE153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A197B0B-FD65-ECAC-6919-671F135277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CA6CBB0-FB01-3D2F-59B9-E5316CE0C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6C7137-5E48-C336-0742-6DE5D1EDF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40628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BA6DC9-84F1-78D7-9214-E807CFF5C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8D18E40-F39E-E4CF-18AC-4D4A5B50D4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DF89C85-B7EE-C981-A81E-2B15B95B1B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EBEC70A-324A-9A07-4304-3BC45C6D2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9E2313A-3B93-1ED0-D3E9-237E09297E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8D72EA3-FDF0-DC4C-3F8C-28669CDF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517510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801C784-8D37-C7C0-4D15-DD5C11836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30BD69E-9824-652D-BABF-1AA58562DC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94341062-7C38-355B-E7B1-CA890908F9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01AFC9B-48B3-3212-300B-84C7E3F705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76AA9FEF-F71B-26B9-E4C8-D026125B79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F491B559-E18C-394E-228D-449C1309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112335C-5DE6-93BC-61D2-8C690CF1A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16D91D4-BE3F-D8AE-623B-5CC55A659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5701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E0955C-500F-BA69-C856-D8B805D39D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548518F-B23C-556B-49BA-5AE2D61C6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4DA54497-FA85-6456-4F3F-3F2D1A3CC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31396EC-4271-A1DB-32B3-6F6C6FC2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415147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DFD9201-18D0-06F4-ACF4-EA03ED670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4C378CC-62E7-563A-E44B-989B52D0A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93B9F50-29E7-5B38-2762-9A9AF957ED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7312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636D91-939C-8FB2-0F0B-149BC138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582546-00CD-A216-D328-88664E32E2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FC191C-2586-A19B-D03A-9869445F66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EB4D58E-28CC-23A1-36C0-19708485B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3C9B62-7CA3-0BED-C673-D17B12251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97CE02-CAD2-8A67-0A0F-56BB6E32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310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91AAF9-FB46-0CBB-E359-91FAB7E5D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52FB06F-6214-EF5B-2646-D417931280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E35865D-6E53-5C73-EDE7-B872AF07A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61C8EB4-2E41-4581-9A2C-7D1689FF1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0B19F87-ED70-C8B5-68D1-5B24C92F4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87BA428-F833-48D3-2AE4-FC29D2C0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0329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181BC12-542B-7C3E-0BA5-83C36A27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9E3DB77-4733-5115-E83C-C931AF3795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5BA6A-E6FC-9C1B-D62E-0EA12D906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281E38E-5F00-6A28-0C30-8A0F91610C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267C891-CAAC-AED2-E666-B30DEC7BEC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51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3350892-4CD7-2014-1C23-BA59785D42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FAEED38-0DF5-57CD-2004-EDD1AD438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D3E6423-F0F9-9A37-6EC3-B49A6FFCE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10F0DF0-7435-8F12-327A-3318E7C9D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FAC0CA1-FC38-BFE7-683F-D765BC17CA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8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23AF75-9032-BDD9-F7C0-F4B3949DC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AF6A92-0ED1-F94A-B103-7D81966F7D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8935524-5186-7381-A151-0A105A8B66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8DEDA1-CABC-4E1D-A9D8-A8E1BB770CA8}" type="datetimeFigureOut">
              <a:rPr lang="ru-RU" smtClean="0"/>
              <a:t>07.04.2026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4F6FDF6-20B5-78C0-1466-EA9F5E66E4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0EABC02-215B-8112-4A09-9E273670A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D32EEF-67AA-4E25-B888-6F8980EC14C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5670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nlohmann/json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github.com/nlohmann/json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00D91C-C1E3-4CBB-E699-4B7FDC5A8E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F2328"/>
                </a:solidFill>
                <a:effectLst/>
                <a:latin typeface="Mona Sans VF"/>
              </a:rPr>
              <a:t>Список секретов игр</a:t>
            </a:r>
            <a:br>
              <a:rPr lang="ru-RU" b="1" i="0" dirty="0">
                <a:solidFill>
                  <a:srgbClr val="1F2328"/>
                </a:solidFill>
                <a:effectLst/>
                <a:latin typeface="Mona Sans VF"/>
              </a:rPr>
            </a:b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7667471-3DCF-3421-E9B6-9E5F6BB69B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90890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6711AB-E327-FBB4-FB7E-794B1B7A7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F2328"/>
                </a:solidFill>
                <a:effectLst/>
                <a:latin typeface="Mona Sans VF"/>
              </a:rPr>
              <a:t>Что умеет программа: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61E5AF4-E349-520E-2132-BA5559B130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Поиск игр по названию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Добавление новых записей к уже существующим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Добавление новой игры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Удаление игр из списка</a:t>
            </a:r>
          </a:p>
          <a:p>
            <a:endParaRPr lang="ru-RU" dirty="0"/>
          </a:p>
        </p:txBody>
      </p:sp>
      <p:pic>
        <p:nvPicPr>
          <p:cNvPr id="5" name="Рисунок 4" descr="Изображение выглядит как текст, снимок экрана, Шрифт&#10;&#10;Контент, сгенерированный ИИ, может содержать ошибки.">
            <a:extLst>
              <a:ext uri="{FF2B5EF4-FFF2-40B4-BE49-F238E27FC236}">
                <a16:creationId xmlns:a16="http://schemas.microsoft.com/office/drawing/2014/main" id="{5C797D19-B1BF-C3E0-430A-D05BC4BA19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092265"/>
            <a:ext cx="4648849" cy="221963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ABDB02-C589-E160-048E-6A4F65E3D0AA}"/>
              </a:ext>
            </a:extLst>
          </p:cNvPr>
          <p:cNvSpPr txBox="1"/>
          <p:nvPr/>
        </p:nvSpPr>
        <p:spPr>
          <a:xfrm>
            <a:off x="5487049" y="5017416"/>
            <a:ext cx="18740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-Главное меню</a:t>
            </a:r>
          </a:p>
        </p:txBody>
      </p:sp>
    </p:spTree>
    <p:extLst>
      <p:ext uri="{BB962C8B-B14F-4D97-AF65-F5344CB8AC3E}">
        <p14:creationId xmlns:p14="http://schemas.microsoft.com/office/powerpoint/2010/main" val="3347426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89C56-071E-3244-A60A-1A88604E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i="0" dirty="0">
                <a:solidFill>
                  <a:srgbClr val="1F2328"/>
                </a:solidFill>
                <a:effectLst/>
                <a:latin typeface="Mona Sans VF"/>
              </a:rPr>
              <a:t>Программа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AEB15D-3905-9A61-F206-460553729A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В ходе разработки программы использовались: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Язык: 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C++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Библиотеки: </a:t>
            </a:r>
            <a:r>
              <a:rPr lang="en-US" b="0" i="0" u="sng" dirty="0" err="1">
                <a:solidFill>
                  <a:srgbClr val="0969DA"/>
                </a:solidFill>
                <a:effectLst/>
                <a:latin typeface="Mona Sans VF"/>
                <a:hlinkClick r:id="rId2"/>
              </a:rPr>
              <a:t>nlohmann</a:t>
            </a:r>
            <a:r>
              <a:rPr lang="en-US" b="0" i="0" u="sng" dirty="0">
                <a:solidFill>
                  <a:srgbClr val="0969DA"/>
                </a:solidFill>
                <a:effectLst/>
                <a:latin typeface="Mona Sans VF"/>
                <a:hlinkClick r:id="rId2"/>
              </a:rPr>
              <a:t>/</a:t>
            </a:r>
            <a:r>
              <a:rPr lang="en-US" b="0" i="0" u="sng" dirty="0" err="1">
                <a:solidFill>
                  <a:srgbClr val="0969DA"/>
                </a:solidFill>
                <a:effectLst/>
                <a:latin typeface="Mona Sans VF"/>
                <a:hlinkClick r:id="rId2"/>
              </a:rPr>
              <a:t>json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 (</a:t>
            </a: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для работы с 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JSON)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Тестирование: 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Google Test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9635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98B3861-7764-C2CA-EA5E-8CA5636A3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Тесты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D8EDE5-29F0-CCA0-1A8D-72D6B3059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>
                <a:latin typeface="Aptos (Основной текст)"/>
              </a:rPr>
              <a:t>В тестах проверялись: </a:t>
            </a:r>
            <a:r>
              <a:rPr lang="ru-RU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Работа с </a:t>
            </a:r>
            <a:r>
              <a:rPr lang="en-US" kern="100" dirty="0" err="1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json</a:t>
            </a:r>
            <a:r>
              <a:rPr lang="ru-RU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(создание, чтение, изменение), поиск игр а также вывод информации через абстрактный класс </a:t>
            </a:r>
            <a:r>
              <a:rPr lang="en-US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Game</a:t>
            </a:r>
            <a:endParaRPr lang="ru-RU" dirty="0">
              <a:latin typeface="Aptos (Основной текст)"/>
            </a:endParaRPr>
          </a:p>
          <a:p>
            <a:pPr marL="0" indent="0">
              <a:buNone/>
            </a:pPr>
            <a:r>
              <a:rPr lang="ru-RU" dirty="0"/>
              <a:t>Для проверки использовались </a:t>
            </a:r>
            <a:r>
              <a:rPr lang="en-US" dirty="0"/>
              <a:t>Google Test. </a:t>
            </a:r>
            <a:r>
              <a:rPr lang="ru-RU" dirty="0"/>
              <a:t>В ходе тестов были выявлены некоторые ошибки:</a:t>
            </a:r>
            <a:endParaRPr lang="en-US" dirty="0"/>
          </a:p>
          <a:p>
            <a:r>
              <a:rPr lang="ru-RU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Программа закрывалась при пустом файле(решилось проверкой файла и созданием пустой структуры [])</a:t>
            </a:r>
          </a:p>
          <a:p>
            <a:r>
              <a:rPr lang="ru-RU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В момент добавления, если написать игра уже есть, создавалась ещё одна(простая проверка на существование игры)</a:t>
            </a:r>
            <a:r>
              <a:rPr lang="en-US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kern="100" dirty="0">
                <a:effectLst/>
                <a:latin typeface="Aptos (Основной текст)"/>
                <a:ea typeface="Calibri" panose="020F0502020204030204" pitchFamily="34" charset="0"/>
                <a:cs typeface="Times New Roman" panose="02020603050405020304" pitchFamily="18" charset="0"/>
              </a:rPr>
              <a:t>и ТД</a:t>
            </a:r>
            <a:endParaRPr lang="ru-RU" dirty="0">
              <a:latin typeface="Aptos (Основной текст)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3829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D97C6B-0CEC-5129-92C7-A5B84B54FD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Важный момент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6646EB-2437-7FF6-690C-75AFD555E2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b="1" i="0" dirty="0">
                <a:solidFill>
                  <a:srgbClr val="1F2328"/>
                </a:solidFill>
                <a:effectLst/>
                <a:latin typeface="Mona Sans VF"/>
              </a:rPr>
              <a:t>❗Перед закрытием программы, важно находиться в главном меню, чтобы не сломать базу данных, </a:t>
            </a:r>
            <a:r>
              <a:rPr lang="ru-RU" b="1" i="0">
                <a:solidFill>
                  <a:srgbClr val="1F2328"/>
                </a:solidFill>
                <a:effectLst/>
                <a:latin typeface="Mona Sans VF"/>
              </a:rPr>
              <a:t>в противном </a:t>
            </a:r>
            <a:r>
              <a:rPr lang="ru-RU" b="1" i="0" dirty="0">
                <a:solidFill>
                  <a:srgbClr val="1F2328"/>
                </a:solidFill>
                <a:effectLst/>
                <a:latin typeface="Mona Sans VF"/>
              </a:rPr>
              <a:t>случае, база обнулится ❗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60795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6C0A38-CD12-2F7E-EFCA-78B1F5D65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en-US" b="0" i="0" u="sng" dirty="0" err="1">
                <a:solidFill>
                  <a:srgbClr val="0969DA"/>
                </a:solidFill>
                <a:effectLst/>
                <a:latin typeface="Mona Sans VF"/>
                <a:hlinkClick r:id="rId2"/>
              </a:rPr>
              <a:t>nlohmann</a:t>
            </a:r>
            <a:r>
              <a:rPr lang="en-US" b="0" i="0" u="sng" dirty="0">
                <a:solidFill>
                  <a:srgbClr val="0969DA"/>
                </a:solidFill>
                <a:effectLst/>
                <a:latin typeface="Mona Sans VF"/>
                <a:hlinkClick r:id="rId2"/>
              </a:rPr>
              <a:t>/</a:t>
            </a:r>
            <a:r>
              <a:rPr lang="en-US" b="0" i="0" u="sng" dirty="0" err="1">
                <a:solidFill>
                  <a:srgbClr val="0969DA"/>
                </a:solidFill>
                <a:effectLst/>
                <a:latin typeface="Mona Sans VF"/>
                <a:hlinkClick r:id="rId2"/>
              </a:rPr>
              <a:t>json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1612FF-D558-FB77-B70D-34B0427540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1340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en-US" b="0" i="0" u="sng" dirty="0" err="1">
                <a:solidFill>
                  <a:srgbClr val="0969DA"/>
                </a:solidFill>
                <a:effectLst/>
                <a:latin typeface="Mona Sans VF"/>
                <a:hlinkClick r:id="rId2"/>
              </a:rPr>
              <a:t>nlohmann</a:t>
            </a:r>
            <a:r>
              <a:rPr lang="en-US" b="0" i="0" u="sng" dirty="0">
                <a:solidFill>
                  <a:srgbClr val="0969DA"/>
                </a:solidFill>
                <a:effectLst/>
                <a:latin typeface="Mona Sans VF"/>
                <a:hlinkClick r:id="rId2"/>
              </a:rPr>
              <a:t>/</a:t>
            </a:r>
            <a:r>
              <a:rPr lang="en-US" b="0" i="0" u="sng" dirty="0" err="1">
                <a:solidFill>
                  <a:srgbClr val="0969DA"/>
                </a:solidFill>
                <a:effectLst/>
                <a:latin typeface="Mona Sans VF"/>
                <a:hlinkClick r:id="rId2"/>
              </a:rPr>
              <a:t>json</a:t>
            </a:r>
            <a:r>
              <a:rPr lang="en-US" b="0" i="0" dirty="0">
                <a:solidFill>
                  <a:srgbClr val="1F2328"/>
                </a:solidFill>
                <a:effectLst/>
                <a:latin typeface="Mona Sans VF"/>
              </a:rPr>
              <a:t> </a:t>
            </a:r>
            <a:r>
              <a:rPr lang="ru-RU" b="0" i="0" dirty="0">
                <a:solidFill>
                  <a:srgbClr val="1F2328"/>
                </a:solidFill>
                <a:effectLst/>
                <a:latin typeface="Mona Sans VF"/>
              </a:rPr>
              <a:t>- библиотека для работы с </a:t>
            </a:r>
            <a:r>
              <a:rPr lang="en-US" dirty="0">
                <a:solidFill>
                  <a:srgbClr val="1F2328"/>
                </a:solidFill>
                <a:latin typeface="Mona Sans VF"/>
              </a:rPr>
              <a:t>JSON </a:t>
            </a:r>
            <a:r>
              <a:rPr lang="ru-RU" dirty="0">
                <a:solidFill>
                  <a:srgbClr val="1F2328"/>
                </a:solidFill>
                <a:latin typeface="Mona Sans VF"/>
              </a:rPr>
              <a:t>на современном С++</a:t>
            </a:r>
          </a:p>
          <a:p>
            <a:pPr marL="0" indent="0">
              <a:buNone/>
            </a:pPr>
            <a:r>
              <a:rPr lang="ru-RU" dirty="0"/>
              <a:t>Для работы нужно подключить заголовочный файл </a:t>
            </a:r>
            <a:r>
              <a:rPr lang="en-US" dirty="0"/>
              <a:t>json.hpp</a:t>
            </a:r>
            <a:r>
              <a:rPr lang="ru-RU" dirty="0"/>
              <a:t>, а также прописать в коде использование </a:t>
            </a:r>
            <a:r>
              <a:rPr lang="en-US" dirty="0" err="1"/>
              <a:t>json</a:t>
            </a:r>
            <a:r>
              <a:rPr lang="en-US" dirty="0"/>
              <a:t>.</a:t>
            </a:r>
            <a:endParaRPr lang="ru-RU" dirty="0"/>
          </a:p>
          <a:p>
            <a:pPr marL="0" indent="0">
              <a:buNone/>
            </a:pPr>
            <a:r>
              <a:rPr lang="ru-RU" dirty="0"/>
              <a:t>После надо открыть заготовленный файл и </a:t>
            </a:r>
            <a:r>
              <a:rPr lang="ru-RU" dirty="0" err="1"/>
              <a:t>запарсить</a:t>
            </a:r>
            <a:r>
              <a:rPr lang="ru-RU" dirty="0"/>
              <a:t> его в переменную типа </a:t>
            </a:r>
            <a:r>
              <a:rPr lang="en-US" dirty="0" err="1"/>
              <a:t>json</a:t>
            </a:r>
            <a:r>
              <a:rPr lang="ru-RU" dirty="0"/>
              <a:t> для дальнейшего использования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FF456D5-5B6A-6F66-FB6E-B065C36467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2883" y="2563246"/>
            <a:ext cx="4450917" cy="48777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45DA41F-11BB-B3EE-A82F-3C7356CDD4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918" y="3185955"/>
            <a:ext cx="3013772" cy="36013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AAB7BE-2828-9E57-0EA6-31D9D93C18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200" y="3753425"/>
            <a:ext cx="3271537" cy="110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80106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77BBB9C-9659-5841-FB00-D01306161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База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EA10F2-DDE7-7A99-6692-A13B9C15F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8749" y="1690688"/>
            <a:ext cx="3701358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Все данные об играх хранятся в </a:t>
            </a:r>
            <a:r>
              <a:rPr lang="en-US" dirty="0"/>
              <a:t>JSON </a:t>
            </a:r>
            <a:r>
              <a:rPr lang="ru-RU" dirty="0"/>
              <a:t>файле</a:t>
            </a:r>
          </a:p>
          <a:p>
            <a:pPr marL="0" indent="0">
              <a:buNone/>
            </a:pP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E7697F5-7F8D-A10B-3727-BB6FF249AC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5614" y="694853"/>
            <a:ext cx="7546386" cy="546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4727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94B067-A6B4-FDAF-C776-8A32CB2ABE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CA06A9E-B81A-163E-9217-3F357A022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467551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218</Words>
  <Application>Microsoft Office PowerPoint</Application>
  <PresentationFormat>Широкоэкранный</PresentationFormat>
  <Paragraphs>26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Aptos</vt:lpstr>
      <vt:lpstr>Aptos (Основной текст)</vt:lpstr>
      <vt:lpstr>Aptos Display</vt:lpstr>
      <vt:lpstr>Arial</vt:lpstr>
      <vt:lpstr>Mona Sans VF</vt:lpstr>
      <vt:lpstr>Тема Office</vt:lpstr>
      <vt:lpstr>Список секретов игр </vt:lpstr>
      <vt:lpstr>Что умеет программа:</vt:lpstr>
      <vt:lpstr>Программа</vt:lpstr>
      <vt:lpstr>Тесты</vt:lpstr>
      <vt:lpstr>Важный момент</vt:lpstr>
      <vt:lpstr> nlohmann/json </vt:lpstr>
      <vt:lpstr>База</vt:lpstr>
      <vt:lpstr>Спасибо за внимание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Корнеев Вадим</dc:creator>
  <cp:lastModifiedBy>Корнеев Вадим</cp:lastModifiedBy>
  <cp:revision>3</cp:revision>
  <dcterms:created xsi:type="dcterms:W3CDTF">2026-04-07T09:53:31Z</dcterms:created>
  <dcterms:modified xsi:type="dcterms:W3CDTF">2026-04-07T10:55:36Z</dcterms:modified>
</cp:coreProperties>
</file>